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10" Type="http://schemas.openxmlformats.org/officeDocument/2006/relationships/slide" Target="slides/slide2.xml"/><Relationship Id="rId100" Type="http://schemas.openxmlformats.org/officeDocument/2006/relationships/notesSlide" Target="notesSlides/notesSlide29.xml"/><Relationship Id="rId101" Type="http://schemas.openxmlformats.org/officeDocument/2006/relationships/notesSlide" Target="notesSlides/notesSlide30.xml"/><Relationship Id="rId102" Type="http://schemas.openxmlformats.org/officeDocument/2006/relationships/notesSlide" Target="notesSlides/notesSlide31.xml"/><Relationship Id="rId103" Type="http://schemas.openxmlformats.org/officeDocument/2006/relationships/notesSlide" Target="notesSlides/notesSlide32.xml"/><Relationship Id="rId104" Type="http://schemas.openxmlformats.org/officeDocument/2006/relationships/notesSlide" Target="notesSlides/notesSlide33.xml"/><Relationship Id="rId105" Type="http://schemas.openxmlformats.org/officeDocument/2006/relationships/notesSlide" Target="notesSlides/notesSlide34.xml"/><Relationship Id="rId106" Type="http://schemas.openxmlformats.org/officeDocument/2006/relationships/notesSlide" Target="notesSlides/notesSlide35.xml"/><Relationship Id="rId107" Type="http://schemas.openxmlformats.org/officeDocument/2006/relationships/notesSlide" Target="notesSlides/notesSlide36.xml"/><Relationship Id="rId108" Type="http://schemas.openxmlformats.org/officeDocument/2006/relationships/notesSlide" Target="notesSlides/notesSlide37.xml"/><Relationship Id="rId109" Type="http://schemas.openxmlformats.org/officeDocument/2006/relationships/notesSlide" Target="notesSlides/notesSlide38.xml"/><Relationship Id="rId11" Type="http://schemas.openxmlformats.org/officeDocument/2006/relationships/slide" Target="slides/slide3.xml"/><Relationship Id="rId110" Type="http://schemas.openxmlformats.org/officeDocument/2006/relationships/notesSlide" Target="notesSlides/notesSlide39.xml"/><Relationship Id="rId111" Type="http://schemas.openxmlformats.org/officeDocument/2006/relationships/notesSlide" Target="notesSlides/notesSlide40.xml"/><Relationship Id="rId112" Type="http://schemas.openxmlformats.org/officeDocument/2006/relationships/notesSlide" Target="notesSlides/notesSlide41.xml"/><Relationship Id="rId113" Type="http://schemas.openxmlformats.org/officeDocument/2006/relationships/notesSlide" Target="notesSlides/notesSlide42.xml"/><Relationship Id="rId114" Type="http://schemas.openxmlformats.org/officeDocument/2006/relationships/notesSlide" Target="notesSlides/notesSlide43.xml"/><Relationship Id="rId115" Type="http://schemas.openxmlformats.org/officeDocument/2006/relationships/notesSlide" Target="notesSlides/notesSlide44.xml"/><Relationship Id="rId116" Type="http://schemas.openxmlformats.org/officeDocument/2006/relationships/notesSlide" Target="notesSlides/notesSlide45.xml"/><Relationship Id="rId117" Type="http://schemas.openxmlformats.org/officeDocument/2006/relationships/notesSlide" Target="notesSlides/notesSlide46.xml"/><Relationship Id="rId118" Type="http://schemas.openxmlformats.org/officeDocument/2006/relationships/notesSlide" Target="notesSlides/notesSlide47.xml"/><Relationship Id="rId119" Type="http://schemas.openxmlformats.org/officeDocument/2006/relationships/notesSlide" Target="notesSlides/notesSlide48.xml"/><Relationship Id="rId12" Type="http://schemas.openxmlformats.org/officeDocument/2006/relationships/slide" Target="slides/slide4.xml"/><Relationship Id="rId120" Type="http://schemas.openxmlformats.org/officeDocument/2006/relationships/notesSlide" Target="notesSlides/notesSlide49.xml"/><Relationship Id="rId121" Type="http://schemas.openxmlformats.org/officeDocument/2006/relationships/notesSlide" Target="notesSlides/notesSlide50.xml"/><Relationship Id="rId122" Type="http://schemas.openxmlformats.org/officeDocument/2006/relationships/notesSlide" Target="notesSlides/notesSlide51.xml"/><Relationship Id="rId123" Type="http://schemas.openxmlformats.org/officeDocument/2006/relationships/notesSlide" Target="notesSlides/notesSlide52.xml"/><Relationship Id="rId124" Type="http://schemas.openxmlformats.org/officeDocument/2006/relationships/notesSlide" Target="notesSlides/notesSlide53.xml"/><Relationship Id="rId125" Type="http://schemas.openxmlformats.org/officeDocument/2006/relationships/notesSlide" Target="notesSlides/notesSlide54.xml"/><Relationship Id="rId126" Type="http://schemas.openxmlformats.org/officeDocument/2006/relationships/notesSlide" Target="notesSlides/notesSlide55.xml"/><Relationship Id="rId127" Type="http://schemas.openxmlformats.org/officeDocument/2006/relationships/notesSlide" Target="notesSlides/notesSlide56.xml"/><Relationship Id="rId128" Type="http://schemas.openxmlformats.org/officeDocument/2006/relationships/notesSlide" Target="notesSlides/notesSlide57.xml"/><Relationship Id="rId129" Type="http://schemas.openxmlformats.org/officeDocument/2006/relationships/notesSlide" Target="notesSlides/notesSlide58.xml"/><Relationship Id="rId13" Type="http://schemas.openxmlformats.org/officeDocument/2006/relationships/slide" Target="slides/slide5.xml"/><Relationship Id="rId130" Type="http://schemas.openxmlformats.org/officeDocument/2006/relationships/notesSlide" Target="notesSlides/notesSlide59.xml"/><Relationship Id="rId131" Type="http://schemas.openxmlformats.org/officeDocument/2006/relationships/notesSlide" Target="notesSlides/notesSlide60.xml"/><Relationship Id="rId132" Type="http://schemas.openxmlformats.org/officeDocument/2006/relationships/notesSlide" Target="notesSlides/notesSlide61.xml"/><Relationship Id="rId133" Type="http://schemas.openxmlformats.org/officeDocument/2006/relationships/notesSlide" Target="notesSlides/notesSlide62.xml"/><Relationship Id="rId134" Type="http://schemas.openxmlformats.org/officeDocument/2006/relationships/notesSlide" Target="notesSlides/notesSlide63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" Type="http://schemas.openxmlformats.org/officeDocument/2006/relationships/viewProps" Target="viewProps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" Type="http://schemas.openxmlformats.org/officeDocument/2006/relationships/presProps" Target="presProp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" Type="http://schemas.openxmlformats.org/officeDocument/2006/relationships/slideMaster" Target="slideMasters/slideMaster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" Type="http://schemas.openxmlformats.org/officeDocument/2006/relationships/notesMaster" Target="notesMasters/notesMaster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" Type="http://schemas.openxmlformats.org/officeDocument/2006/relationships/theme" Target="theme/theme2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notesSlide" Target="notesSlides/notesSlide1.xml"/><Relationship Id="rId73" Type="http://schemas.openxmlformats.org/officeDocument/2006/relationships/notesSlide" Target="notesSlides/notesSlide2.xml"/><Relationship Id="rId74" Type="http://schemas.openxmlformats.org/officeDocument/2006/relationships/notesSlide" Target="notesSlides/notesSlide3.xml"/><Relationship Id="rId75" Type="http://schemas.openxmlformats.org/officeDocument/2006/relationships/notesSlide" Target="notesSlides/notesSlide4.xml"/><Relationship Id="rId76" Type="http://schemas.openxmlformats.org/officeDocument/2006/relationships/notesSlide" Target="notesSlides/notesSlide5.xml"/><Relationship Id="rId77" Type="http://schemas.openxmlformats.org/officeDocument/2006/relationships/notesSlide" Target="notesSlides/notesSlide6.xml"/><Relationship Id="rId78" Type="http://schemas.openxmlformats.org/officeDocument/2006/relationships/notesSlide" Target="notesSlides/notesSlide7.xml"/><Relationship Id="rId79" Type="http://schemas.openxmlformats.org/officeDocument/2006/relationships/notesSlide" Target="notesSlides/notesSlide8.xml"/><Relationship Id="rId8" Type="http://schemas.openxmlformats.org/officeDocument/2006/relationships/slideMaster" Target="slideMasters/slideMaster2.xml"/><Relationship Id="rId80" Type="http://schemas.openxmlformats.org/officeDocument/2006/relationships/notesSlide" Target="notesSlides/notesSlide9.xml"/><Relationship Id="rId81" Type="http://schemas.openxmlformats.org/officeDocument/2006/relationships/notesSlide" Target="notesSlides/notesSlide10.xml"/><Relationship Id="rId82" Type="http://schemas.openxmlformats.org/officeDocument/2006/relationships/notesSlide" Target="notesSlides/notesSlide11.xml"/><Relationship Id="rId83" Type="http://schemas.openxmlformats.org/officeDocument/2006/relationships/notesSlide" Target="notesSlides/notesSlide12.xml"/><Relationship Id="rId84" Type="http://schemas.openxmlformats.org/officeDocument/2006/relationships/notesSlide" Target="notesSlides/notesSlide13.xml"/><Relationship Id="rId85" Type="http://schemas.openxmlformats.org/officeDocument/2006/relationships/notesSlide" Target="notesSlides/notesSlide14.xml"/><Relationship Id="rId86" Type="http://schemas.openxmlformats.org/officeDocument/2006/relationships/notesSlide" Target="notesSlides/notesSlide15.xml"/><Relationship Id="rId87" Type="http://schemas.openxmlformats.org/officeDocument/2006/relationships/notesSlide" Target="notesSlides/notesSlide16.xml"/><Relationship Id="rId88" Type="http://schemas.openxmlformats.org/officeDocument/2006/relationships/notesSlide" Target="notesSlides/notesSlide17.xml"/><Relationship Id="rId89" Type="http://schemas.openxmlformats.org/officeDocument/2006/relationships/notesSlide" Target="notesSlides/notesSlide18.xml"/><Relationship Id="rId9" Type="http://schemas.openxmlformats.org/officeDocument/2006/relationships/slide" Target="slides/slide1.xml"/><Relationship Id="rId90" Type="http://schemas.openxmlformats.org/officeDocument/2006/relationships/notesSlide" Target="notesSlides/notesSlide19.xml"/><Relationship Id="rId91" Type="http://schemas.openxmlformats.org/officeDocument/2006/relationships/notesSlide" Target="notesSlides/notesSlide20.xml"/><Relationship Id="rId92" Type="http://schemas.openxmlformats.org/officeDocument/2006/relationships/notesSlide" Target="notesSlides/notesSlide21.xml"/><Relationship Id="rId93" Type="http://schemas.openxmlformats.org/officeDocument/2006/relationships/notesSlide" Target="notesSlides/notesSlide22.xml"/><Relationship Id="rId94" Type="http://schemas.openxmlformats.org/officeDocument/2006/relationships/notesSlide" Target="notesSlides/notesSlide23.xml"/><Relationship Id="rId95" Type="http://schemas.openxmlformats.org/officeDocument/2006/relationships/notesSlide" Target="notesSlides/notesSlide24.xml"/><Relationship Id="rId96" Type="http://schemas.openxmlformats.org/officeDocument/2006/relationships/notesSlide" Target="notesSlides/notesSlide25.xml"/><Relationship Id="rId97" Type="http://schemas.openxmlformats.org/officeDocument/2006/relationships/notesSlide" Target="notesSlides/notesSlide26.xml"/><Relationship Id="rId98" Type="http://schemas.openxmlformats.org/officeDocument/2006/relationships/notesSlide" Target="notesSlides/notesSlide27.xml"/><Relationship Id="rId99" Type="http://schemas.openxmlformats.org/officeDocument/2006/relationships/notesSlide" Target="notesSlides/notes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  <p:pic>
        <p:nvPicPr>
          <p:cNvPr id="11" name="Picture 10" descr="71686a0b-7414-4688-88e3-c122b833127b_ti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" id="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  <p:pic>
        <p:nvPicPr>
          <p:cNvPr id="6" name="Picture 5" descr="71686a0b-7414-4688-88e3-c122b833127b_ti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6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741780" y="528376"/>
            <a:ext cx="10180220" cy="572637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923772" y="481685"/>
            <a:ext cx="9977684" cy="561244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22342" y="575067"/>
            <a:ext cx="9645658" cy="542568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3570682" y="2704825"/>
            <a:ext cx="4617390" cy="897482"/>
          </a:xfrm>
          <a:prstGeom prst="roundRect">
            <a:avLst>
              <a:gd name="adj" fmla="val 0"/>
            </a:avLst>
          </a:prstGeom>
          <a:solidFill>
            <a:srgbClr val="F5F6FC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035409" y="2704825"/>
            <a:ext cx="3962071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 spc="1000">
                <a:solidFill>
                  <a:srgbClr val="AD82F7"/>
                </a:solidFill>
                <a:latin typeface="ZCOOL QingKe HuangYou"/>
                <a:ea typeface="ZCOOL QingKe HuangYou"/>
                <a:cs typeface="ZCOOL QingKe HuangYou"/>
                <a:sym typeface="ZCOOL QingKe HuangYou"/>
              </a:rPr>
              <a:t>你准备好了吗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3551331" y="2886215"/>
            <a:ext cx="5089338" cy="108557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226411" y="2676385"/>
            <a:ext cx="1739900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6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胶水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24000" y="857250"/>
            <a:ext cx="9144000" cy="51435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﻿﻿﻿﻿﻿﻿﻿﻿﻿﻿﻿﻿﻿﻿﻿﻿﻿﻿﻿﻿‍⁡﻿​⁢​‌﻿</dc:description>
</cp:coreProperties>
</file>